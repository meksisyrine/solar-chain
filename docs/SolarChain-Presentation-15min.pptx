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/>
            </a:pPr>
            <a:r>
              <a:t>Notes orateur:</a:t>
            </a:r>
          </a:p>
          <a:p>
            <a:r>
              <a:t>Ouvrir par le problème: manque de confiance et de transparence dans les échanges locaux d’énergie.</a:t>
            </a:r>
          </a:p>
          <a:p>
            <a:r>
              <a:t>Positionner SolarChain comme dApp end-to-end: smart contracts + interface utilisateur.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/>
            </a:pPr>
            <a:r>
              <a:t>Notes orateur:</a:t>
            </a:r>
          </a:p>
          <a:p>
            <a:r>
              <a:t>Relier chaque point à une fonctionnalité déjà implémentée dans le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/>
            </a:pPr>
            <a:r>
              <a:t>Notes orateur:</a:t>
            </a:r>
          </a:p>
          <a:p>
            <a:r>
              <a:t>Insister sur la séparation des responsabilités et les contrôles d’accès.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/>
            </a:pPr>
            <a:r>
              <a:t>Notes orateur:</a:t>
            </a:r>
          </a:p>
          <a:p>
            <a:r>
              <a:t>Suivre le scénario minimal e2e de la documentation pendant la démo.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/>
            </a:pPr>
            <a:r>
              <a:t>Notes orateur:</a:t>
            </a:r>
          </a:p>
          <a:p>
            <a:r>
              <a:t>Mettre en avant la cohérence DevX: bootstrap local reproductible.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/>
            </a:pPr>
            <a:r>
              <a:t>Notes orateur:</a:t>
            </a:r>
          </a:p>
          <a:p>
            <a:r>
              <a:t>Insister sur les invariants métier garantis on-chain.</a:t>
            </a:r>
          </a:p>
          <a:p>
            <a:r>
              <a:t>Diagramme conseillé: séquence buyEnergy (UI → Market → Token/Certificate/Reputation).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/>
            </a:pPr>
            <a:r>
              <a:t>Notes orateur:</a:t>
            </a:r>
          </a:p>
          <a:p>
            <a:r>
              <a:t>Expliquer l’hybridation: intégrité on-chain (CID) et contenu off-chain (IPFS).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/>
            </a:pPr>
            <a:r>
              <a:t>Notes orateur:</a:t>
            </a:r>
          </a:p>
          <a:p>
            <a:r>
              <a:t>Montrer comment l’UI reflète les états blockchain en temps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/>
            </a:pPr>
            <a:r>
              <a:t>Notes orateur:</a:t>
            </a:r>
          </a:p>
          <a:p>
            <a:r>
              <a:t>Slide orientée reproductibilité pour jury/enseignant.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/>
            </a:pPr>
            <a:r>
              <a:t>Notes orateur:</a:t>
            </a:r>
          </a:p>
          <a:p>
            <a:r>
              <a:t>Être transparent: ce qui est observé dans le repo vs ce qui est exécuté en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/>
            </a:pPr>
            <a:r>
              <a:t>Notes orateur:</a:t>
            </a:r>
          </a:p>
          <a:p>
            <a:r>
              <a:t>Terminer sur la valeur produit + prochaines étapes réalistes.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/>
            </a:pPr>
            <a:r>
              <a:t>SolarChain — Marché P2P d’énergie solaire sur Ethereum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Présentation (15 min) — 11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11556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Tokenisation des kWh en SKWH</a:t>
            </a:r>
          </a:p>
          <a:p>
            <a:pPr>
              <a:defRPr sz="2000"/>
            </a:pPr>
            <a:r>
              <a:t>Achat/vente transparente entre producteurs et consommateurs</a:t>
            </a:r>
          </a:p>
          <a:p>
            <a:pPr>
              <a:defRPr sz="2000"/>
            </a:pPr>
            <a:r>
              <a:t>Preuve d’origine via certificats NFT soulbound</a:t>
            </a:r>
          </a:p>
          <a:p>
            <a:pPr>
              <a:defRPr sz="2000"/>
            </a:pPr>
            <a:r>
              <a:t>Extensions: réputation on-chain et profils producteurs IPFS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Problématique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Intermédiation forte et faible traçabilité de l’énergie locale</a:t>
            </a:r>
          </a:p>
          <a:p>
            <a:pPr>
              <a:defRPr sz="2000"/>
            </a:pPr>
            <a:r>
              <a:t>Besoin de règles automatiques: accès, prix, preuve, historique</a:t>
            </a:r>
          </a:p>
          <a:p>
            <a:pPr>
              <a:defRPr sz="2000"/>
            </a:pPr>
            <a:r>
              <a:t>Blockchain: exécution déterministe + auditabilité publique</a:t>
            </a:r>
          </a:p>
          <a:p>
            <a:pPr>
              <a:defRPr sz="2000"/>
            </a:pPr>
            <a:r>
              <a:t>Objectif: rendre les échanges d’énergie locale fiables et vérifiables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Acteurs, rôles et contraintes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Admin: enregistre les producteurs et soumet les lectures de compteur</a:t>
            </a:r>
          </a:p>
          <a:p>
            <a:pPr>
              <a:defRPr sz="2000"/>
            </a:pPr>
            <a:r>
              <a:t>Producteur: crée des offres de vente SKWH</a:t>
            </a:r>
          </a:p>
          <a:p>
            <a:pPr>
              <a:defRPr sz="2000"/>
            </a:pPr>
            <a:r>
              <a:t>Consommateur: achète, reçoit un certificat, note le producteur</a:t>
            </a:r>
          </a:p>
          <a:p>
            <a:pPr>
              <a:defRPr sz="2000"/>
            </a:pPr>
            <a:r>
              <a:t>Contraintes frontend: wallet connecté, réseau 31337, guards par rôle</a:t>
            </a:r>
          </a:p>
          <a:p>
            <a:pPr>
              <a:defRPr sz="2000"/>
            </a:pPr>
            <a:r>
              <a:t>UML conseillé: diagramme de cas d’utilisation (Admin/Producteur/Consommateur)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Flux utilisateur E2E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1) Admin: registerProducer + submitMeterReading (mint SKWH)</a:t>
            </a:r>
          </a:p>
          <a:p>
            <a:pPr>
              <a:defRPr sz="2000"/>
            </a:pPr>
            <a:r>
              <a:t>2) Producteur: approve + createOffer</a:t>
            </a:r>
          </a:p>
          <a:p>
            <a:pPr>
              <a:defRPr sz="2000"/>
            </a:pPr>
            <a:r>
              <a:t>3) Consommateur: buyEnergy</a:t>
            </a:r>
          </a:p>
          <a:p>
            <a:pPr>
              <a:defRPr sz="2000"/>
            </a:pPr>
            <a:r>
              <a:t>4) Certificat NFT émis automatiquement</a:t>
            </a:r>
          </a:p>
          <a:p>
            <a:pPr>
              <a:defRPr sz="2000"/>
            </a:pPr>
            <a:r>
              <a:t>5) Notation du producteur et mise à jour réputation</a:t>
            </a:r>
          </a:p>
          <a:p>
            <a:pPr>
              <a:defRPr sz="2000"/>
            </a:pPr>
            <a:r>
              <a:t>6) Historique consultable depuis la dApp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Architecture technique (monorepo)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solarchain-contracts (Hardhat) + solarchain-frontend (Angular 20)</a:t>
            </a:r>
          </a:p>
          <a:p>
            <a:pPr>
              <a:defRPr sz="2000"/>
            </a:pPr>
            <a:r>
              <a:t>Frontend standalone + Material/Tailwind + ethers + MetaMask</a:t>
            </a:r>
          </a:p>
          <a:p>
            <a:pPr>
              <a:defRPr sz="2000"/>
            </a:pPr>
            <a:r>
              <a:t>Pas de backend API centralisé: logique côté smart contracts</a:t>
            </a:r>
          </a:p>
          <a:p>
            <a:pPr>
              <a:defRPr sz="2000"/>
            </a:pPr>
            <a:r>
              <a:t>ABIs et adresses exportées automatiquement vers le frontend</a:t>
            </a:r>
          </a:p>
          <a:p>
            <a:pPr>
              <a:defRPr sz="2000"/>
            </a:pPr>
            <a:r>
              <a:t>Diagramme conseillé: composants Frontend ↔ MetaMask ↔ Contracts ↔ IPFS/Pinata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Smart contracts — cœur métier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EnergyToken: ERC20 SKWH, mint réservé à MeterOracle</a:t>
            </a:r>
          </a:p>
          <a:p>
            <a:pPr>
              <a:defRPr sz="2000"/>
            </a:pPr>
            <a:r>
              <a:t>MeterOracle: registre producteurs + lectures + déclenchement mint</a:t>
            </a:r>
          </a:p>
          <a:p>
            <a:pPr>
              <a:defRPr sz="2000"/>
            </a:pPr>
            <a:r>
              <a:t>EnergyMarket: createOffer / buyEnergy / cancelOffer + historique</a:t>
            </a:r>
          </a:p>
          <a:p>
            <a:pPr>
              <a:defRPr sz="2000"/>
            </a:pPr>
            <a:r>
              <a:t>Sécurité: ReentrancyGuard sur les fonctions sensibles</a:t>
            </a:r>
          </a:p>
          <a:p>
            <a:pPr>
              <a:defRPr sz="2000"/>
            </a:pPr>
            <a:r>
              <a:t>EnergyCertificate: NFT non transférable (soulbound)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Réputation &amp; profils IPFS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ReputationSystem: trade enregistré par market, 1 note/trade (1..5), score /100</a:t>
            </a:r>
          </a:p>
          <a:p>
            <a:pPr>
              <a:defRPr sz="2000"/>
            </a:pPr>
            <a:r>
              <a:t>ProducerProfile: CID IPFS stocké on-chain, suppression possible</a:t>
            </a:r>
          </a:p>
          <a:p>
            <a:pPr>
              <a:defRPr sz="2000"/>
            </a:pPr>
            <a:r>
              <a:t>Pinata côté frontend: upload image + JSON via JWT</a:t>
            </a:r>
          </a:p>
          <a:p>
            <a:pPr>
              <a:defRPr sz="2000"/>
            </a:pPr>
            <a:r>
              <a:t>Résolution via gateway principale + fallback</a:t>
            </a:r>
          </a:p>
          <a:p>
            <a:pPr>
              <a:defRPr sz="2000"/>
            </a:pPr>
            <a:r>
              <a:t>Diagramme conseillé: activité “Création profil IPFS”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Intégration Web3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Connexion MetaMask, synchronisation compte/réseau, switch réseau</a:t>
            </a:r>
          </a:p>
          <a:p>
            <a:pPr>
              <a:defRPr sz="2000"/>
            </a:pPr>
            <a:r>
              <a:t>Services Angular encapsulent les appels ethers.Contract</a:t>
            </a:r>
          </a:p>
          <a:p>
            <a:pPr>
              <a:defRPr sz="2000"/>
            </a:pPr>
            <a:r>
              <a:t>Organisation par domaine (market, profile, oracle, token, etc.)</a:t>
            </a:r>
          </a:p>
          <a:p>
            <a:pPr>
              <a:defRPr sz="2000"/>
            </a:pPr>
            <a:r>
              <a:t>UX transactionnelle: spinner global pendant les confirmations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Déploiement local &amp; outillage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Pipeline scripts: deploy → configure → seed → export</a:t>
            </a:r>
          </a:p>
          <a:p>
            <a:pPr>
              <a:defRPr sz="2000"/>
            </a:pPr>
            <a:r>
              <a:t>Commandes projet: bootstrap local puis lancement frontend</a:t>
            </a:r>
          </a:p>
          <a:p>
            <a:pPr>
              <a:defRPr sz="2000"/>
            </a:pPr>
            <a:r>
              <a:t>Fichier deployments/localhost.json pour les adresses</a:t>
            </a:r>
          </a:p>
          <a:p>
            <a:pPr>
              <a:defRPr sz="2000"/>
            </a:pPr>
            <a:r>
              <a:t>Synchronisation automatique des ABIs et variables d’environnement frontend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Tests &amp; qualité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56 tests Hardhat (unitaires + intégration)</a:t>
            </a:r>
          </a:p>
          <a:p>
            <a:pPr>
              <a:defRPr sz="2000"/>
            </a:pPr>
            <a:r>
              <a:t>Couverture fonctionnelle: accès, reverts, atomicité achat, certificats, réputation, profils</a:t>
            </a:r>
          </a:p>
          <a:p>
            <a:pPr>
              <a:defRPr sz="2000"/>
            </a:pPr>
            <a:r>
              <a:t>Frontend: script build présent; tests unitaires Angular non visibles dans src</a:t>
            </a:r>
          </a:p>
          <a:p>
            <a:pPr>
              <a:defRPr sz="2000"/>
            </a:pPr>
            <a:r>
              <a:t>Coverage: dépendance présente mais pas de script package.json exposé</a:t>
            </a:r>
          </a:p>
          <a:p>
            <a:pPr>
              <a:defRPr sz="2000"/>
            </a:pPr>
            <a:r>
              <a:t>Ajouter une matrice: fonctionnalité / contrat / test / statut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Démo live proposée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Démo: bootstrap local → register + reading → createOffer → buyEnergy</a:t>
            </a:r>
          </a:p>
          <a:p>
            <a:pPr>
              <a:defRPr sz="2000"/>
            </a:pPr>
            <a:r>
              <a:t>Puis: visualisation certificat, rating, historique et réputation</a:t>
            </a:r>
          </a:p>
          <a:p>
            <a:pPr>
              <a:defRPr sz="2000"/>
            </a:pPr>
            <a:r>
              <a:t>Enfin: création profil IPFS et affichage cross-rôles</a:t>
            </a:r>
          </a:p>
          <a:p>
            <a:pPr>
              <a:defRPr sz="2000"/>
            </a:pPr>
            <a:r>
              <a:t>Comptes de démo: Hardhat #1 / #2 / #3</a:t>
            </a:r>
          </a:p>
          <a:p>
            <a:pPr>
              <a:defRPr sz="2000"/>
            </a:pPr>
            <a:r>
              <a:t>Roadmap: réseau public, observabilité, tests frontend E2E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